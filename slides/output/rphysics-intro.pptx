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73152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1097280"/>
            <a:ext cx="45720" cy="4572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640080"/>
            <a:ext cx="54864" cy="5486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4389120"/>
            <a:ext cx="45720" cy="4572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480560"/>
            <a:ext cx="36576" cy="36576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28016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PHYSICS DEMO ·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rPhysics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物理原理演示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从伽利略到爱因斯坦 · 用 3D 动画呈现经典物理实验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36576" cy="36576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51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 · React 18 · R3F · Three.js · Tailwind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rongxuning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595360" y="777240"/>
            <a:ext cx="36576" cy="109728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· 10 slides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977640" cy="1143000"/>
          </a:xfrm>
          <a:prstGeom prst="rect">
            <a:avLst>
              <a:gd name="adj" fmla="val 8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87452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194560"/>
            <a:ext cx="3977640" cy="1143000"/>
          </a:xfrm>
          <a:prstGeom prst="rect">
            <a:avLst>
              <a:gd name="adj" fmla="val 8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331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2648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3977640" cy="1143000"/>
          </a:xfrm>
          <a:prstGeom prst="rect">
            <a:avLst>
              <a:gd name="adj" fmla="val 8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57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187452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74520" y="4206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520440"/>
            <a:ext cx="3977640" cy="1143000"/>
          </a:xfrm>
          <a:prstGeom prst="rect">
            <a:avLst>
              <a:gd name="adj" fmla="val 8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657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12648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部署与路线图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4206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Roadmap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让物理从纸面"动"起来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一个用 3D 动画把经典物理实验搬到浏览器里的轻量 Web App.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377440" cy="2606040"/>
          </a:xfrm>
          <a:prstGeom prst="rect">
            <a:avLst>
              <a:gd name="adj" fmla="val 384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237744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中学物理课本的插图太抽象;看到公式却看不到"为什么". 希望每个公式都能对应一段可视化的运动.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377440" cy="2606040"/>
          </a:xfrm>
          <a:prstGeom prst="rect">
            <a:avLst>
              <a:gd name="adj" fmla="val 384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920240"/>
            <a:ext cx="237744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1188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从伽利略到爱因斯坦 - 6 位物理学家 + 5 个经典实验,完全程序化 3D 场景,无需外部模型/HDR.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2377440" cy="2606040"/>
          </a:xfrm>
          <a:prstGeom prst="rect">
            <a:avLst>
              <a:gd name="adj" fmla="val 384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920240"/>
            <a:ext cx="2377440" cy="54864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已完成: Hero 6 人循环, 斜面拉力+摩擦实验, 60Hz 实时图表, Scrub Bar 时间游标, 12 个 KaTeX 公式.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Modern React + 3D + 自写物理引擎, 无外部模型依赖.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260604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前端与渲染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Vite 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构建与 dev server,毫秒级 HMR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React 18 + TypeScript 5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组件 + 类型安全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R3F + three + drei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声明式 3D 场景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postprocessing (ACES + Bloom)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电影感色调映射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Tailwind 4 + KaTeX + Zustand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样式 / 公式 / 全局状态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4023360" cy="2606040"/>
          </a:xfrm>
          <a:prstGeom prst="rect">
            <a:avLst>
              <a:gd name="adj" fmla="val 350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仿真与可视化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27889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SimulationEngine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ref-based · 60Hz tick,解耦 React 渲染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uPlot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60Hz canvas 时序图表 (v-t / a-t / F-t)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Scrub Bar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拖拽回放任意时刻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ScenePlugin 接口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参数/公式/图表统一 schema,新增实验只填配置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Web Audio API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</a:rPr>
              <a:t>每位物理学家独立合成音色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0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3931920" y="1737360"/>
            <a:ext cx="54864" cy="169164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605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6052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6052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605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Hero 循环到实验仿真: 两个场景, 两类用户旅程.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HERO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 · 6 位物理学家循环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5s/位 · 完全程序化 3D 场景(无外部模型/HDR)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234440"/>
          </a:xfrm>
          <a:prstGeom prst="rect">
            <a:avLst>
              <a:gd name="adj" fmla="val 592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5720" cy="123444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伽利略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 ·  1564-1642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v0 + gt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51760" cy="1234440"/>
          </a:xfrm>
          <a:prstGeom prst="rect">
            <a:avLst>
              <a:gd name="adj" fmla="val 592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828800"/>
            <a:ext cx="45720" cy="123444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 ·  1643-1727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51760" cy="1234440"/>
          </a:xfrm>
          <a:prstGeom prst="rect">
            <a:avLst>
              <a:gd name="adj" fmla="val 592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828800"/>
            <a:ext cx="45720" cy="123444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阿基米德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Archimedes  ·  BC 287-212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F_buoyancy = rho V 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651760" cy="1234440"/>
          </a:xfrm>
          <a:prstGeom prst="rect">
            <a:avLst>
              <a:gd name="adj" fmla="val 592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45720" cy="123444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  ·  1818-1889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950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I^2 R 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651760" cy="1234440"/>
          </a:xfrm>
          <a:prstGeom prst="rect">
            <a:avLst>
              <a:gd name="adj" fmla="val 592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200400"/>
            <a:ext cx="45720" cy="123444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麦克斯韦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  ·  1831-1879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9000" y="3950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x E = -dB/dt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3200400"/>
            <a:ext cx="2651760" cy="1234440"/>
          </a:xfrm>
          <a:prstGeom prst="rect">
            <a:avLst>
              <a:gd name="adj" fmla="val 5926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200400"/>
            <a:ext cx="45720" cy="123444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爱因斯坦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1792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 ·  1879-1955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3950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mc^2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8229600" cy="36576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Paused / Prev / Next 控制 · 公式瀑布 stagger 出现/淡出 · 6 套独立合成音色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EXPERIMENT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实验页 · 斜面拉力 + 摩擦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唯一完整场景 · 6 参数 + 4 力箭头 + 状态机 + 12 公式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023360" cy="2651760"/>
          </a:xfrm>
          <a:prstGeom prst="rect">
            <a:avLst>
              <a:gd name="adj" fmla="val 3448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PARAMETERS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参数滑块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起始拉力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拉力角度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980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64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物体质量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264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5478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mu_s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静摩擦系数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47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8313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mu_k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3831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动摩擦系数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114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重力加速度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m/s^2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874520"/>
            <a:ext cx="4023360" cy="2651760"/>
          </a:xfrm>
          <a:prstGeom prst="rect">
            <a:avLst>
              <a:gd name="adj" fmla="val 3448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物理状态机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892040" y="2697480"/>
            <a:ext cx="1691640" cy="731520"/>
          </a:xfrm>
          <a:prstGeom prst="rect">
            <a:avLst>
              <a:gd name="adj" fmla="val 7500"/>
            </a:avLst>
          </a:prstGeom>
          <a:solidFill>
            <a:srgbClr val="000814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081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66560" y="2697480"/>
            <a:ext cx="1691640" cy="731520"/>
          </a:xfrm>
          <a:prstGeom prst="rect">
            <a:avLst>
              <a:gd name="adj" fmla="val 7500"/>
            </a:avLst>
          </a:prstGeom>
          <a:solidFill>
            <a:srgbClr val="000814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3081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92040" y="3520440"/>
            <a:ext cx="1691640" cy="731520"/>
          </a:xfrm>
          <a:prstGeom prst="rect">
            <a:avLst>
              <a:gd name="adj" fmla="val 7500"/>
            </a:avLst>
          </a:prstGeom>
          <a:solidFill>
            <a:srgbClr val="000814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904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匀速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66560" y="3520440"/>
            <a:ext cx="1691640" cy="731520"/>
          </a:xfrm>
          <a:prstGeom prst="rect">
            <a:avLst>
              <a:gd name="adj" fmla="val 7500"/>
            </a:avLst>
          </a:prstGeom>
          <a:solidFill>
            <a:srgbClr val="000814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AIRBORNE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3904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9204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forces:  F (拉) · mg (重力) · N (正压力) · f (摩擦)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03.3 ·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仿真引擎 + 60Hz 实时图表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ref-based tick · 解耦 React 渲染 · canvas 时序图 · 时间游标拖拽回放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023360" cy="2651760"/>
          </a:xfrm>
          <a:prstGeom prst="rect">
            <a:avLst>
              <a:gd name="adj" fmla="val 3448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LOOP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引擎数据流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292608" cy="292608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697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参数订阅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2697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改变 -&gt; Zustand store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292608" cy="292608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60Hz Tick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engine.tick() 推进 dt = 1/60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292608" cy="292608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状态计算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3429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检测静止/滑动/匀速/离地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794760"/>
            <a:ext cx="292608" cy="292608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794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ref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不触发 React rerender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160520"/>
            <a:ext cx="292608" cy="292608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160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帧同步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useFrame 读取 ref 渲染 3D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74520"/>
            <a:ext cx="4023360" cy="2651760"/>
          </a:xfrm>
          <a:prstGeom prst="rect">
            <a:avLst>
              <a:gd name="adj" fmla="val 3448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 · 图表 · 回放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892040" y="2770632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v(t)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809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uPlot 60Hz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182112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a(t)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加速度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8096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uPlot 60Hz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359359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F_net(t)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4652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水平合力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uPlot 60Hz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92040" y="4114800"/>
            <a:ext cx="3657600" cy="164592"/>
          </a:xfrm>
          <a:prstGeom prst="rect">
            <a:avLst>
              <a:gd name="adj" fmla="val 27778"/>
            </a:avLst>
          </a:prstGeom>
          <a:solidFill>
            <a:srgbClr val="000814"/>
          </a:solidFill>
          <a:ln w="6350">
            <a:solidFill>
              <a:srgbClr val="FFC3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4069080"/>
            <a:ext cx="365760" cy="256032"/>
          </a:xfrm>
          <a:prstGeom prst="rect">
            <a:avLst>
              <a:gd name="adj" fmla="val 17857"/>
            </a:avLst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Scrub Bar - 拖拽游标回放任意时刻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DEPLOY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部署与路线图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108960" cy="3017520"/>
          </a:xfrm>
          <a:prstGeom prst="rect">
            <a:avLst>
              <a:gd name="adj" fmla="val 303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C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scenes/pullFriction/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config.ts | physics.ts | Scene3D.tsx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Home/  ScenePage/  Shell/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sim/engine.ts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store/  audio/  pages/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47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947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23360" y="2606040"/>
            <a:ext cx="4754880" cy="36576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2514600"/>
            <a:ext cx="219456" cy="219456"/>
          </a:xfrm>
          <a:prstGeom prst="ellipse">
            <a:avLst/>
          </a:prstGeom>
          <a:solidFill>
            <a:srgbClr val="FFC300"/>
          </a:solidFill>
          <a:ln w="19050">
            <a:solidFill>
              <a:srgbClr val="0008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83464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项目骨架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Hero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2514600"/>
            <a:ext cx="219456" cy="219456"/>
          </a:xfrm>
          <a:prstGeom prst="ellipse">
            <a:avLst/>
          </a:prstGeom>
          <a:solidFill>
            <a:srgbClr val="FFC300"/>
          </a:solidFill>
          <a:ln w="19050">
            <a:solidFill>
              <a:srgbClr val="0008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S4-S6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Grid + 斜面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图表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514600"/>
            <a:ext cx="219456" cy="219456"/>
          </a:xfrm>
          <a:prstGeom prst="ellipse">
            <a:avLst/>
          </a:prstGeom>
          <a:solidFill>
            <a:srgbClr val="FFD60A"/>
          </a:solidFill>
          <a:ln w="19050">
            <a:solidFill>
              <a:srgbClr val="0008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283464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2514600"/>
            <a:ext cx="219456" cy="219456"/>
          </a:xfrm>
          <a:prstGeom prst="ellipse">
            <a:avLst/>
          </a:prstGeom>
          <a:solidFill>
            <a:srgbClr val="8B95A7"/>
          </a:solidFill>
          <a:ln w="19050">
            <a:solidFill>
              <a:srgbClr val="0008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S8-S10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83464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自由落体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 · 滑块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514600"/>
            <a:ext cx="219456" cy="219456"/>
          </a:xfrm>
          <a:prstGeom prst="ellipse">
            <a:avLst/>
          </a:prstGeom>
          <a:solidFill>
            <a:srgbClr val="8B95A7"/>
          </a:solidFill>
          <a:ln w="19050">
            <a:solidFill>
              <a:srgbClr val="0008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283464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浮力 · 碰撞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光学...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94760" y="4160520"/>
            <a:ext cx="128016" cy="128016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0208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160520"/>
            <a:ext cx="128016" cy="128016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15000" y="4160520"/>
            <a:ext cx="128016" cy="128016"/>
          </a:xfrm>
          <a:prstGeom prst="ellipse">
            <a:avLst/>
          </a:prstGeom>
          <a:solidFill>
            <a:srgbClr val="8B95A7"/>
          </a:solidFill>
          <a:ln w="12700">
            <a:solidFill>
              <a:srgbClr val="8B95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94760" y="4434840"/>
            <a:ext cx="4937760" cy="4572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4988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 ·  github.com/rongxuning/rphysics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54864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548640"/>
            <a:ext cx="45720" cy="4572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480560"/>
            <a:ext cx="45720" cy="45720"/>
          </a:xfrm>
          <a:prstGeom prst="ellipse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4434840"/>
            <a:ext cx="36576" cy="36576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4864" cy="1554480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让公式动起来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rPhysics · 物理原理演示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github.com/rongxuning/rphysics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&amp;&amp; npm run dev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rphysics.vercel.app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rPhysics - Project Introduction</dc:title>
  <dc:subject>PptxGenJS Presentation</dc:subject>
  <dc:creator>rongxuning</dc:creator>
  <cp:lastModifiedBy>rongxuning</cp:lastModifiedBy>
  <cp:revision>1</cp:revision>
  <dcterms:created xsi:type="dcterms:W3CDTF">2026-09-04T08:00:43Z</dcterms:created>
  <dcterms:modified xsi:type="dcterms:W3CDTF">2026-09-04T08:00:43Z</dcterms:modified>
</cp:coreProperties>
</file>